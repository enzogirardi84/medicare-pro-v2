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914400"/>
            <a:ext cx="13716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024128"/>
            <a:ext cx="13716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133856"/>
            <a:ext cx="13716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43584"/>
            <a:ext cx="13716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353312"/>
            <a:ext cx="13716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0" y="1463040"/>
            <a:ext cx="13716" cy="5486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_medicare_p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188720" cy="118872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94944" y="877824"/>
            <a:ext cx="1261872" cy="126187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91440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5000" b="1">
                <a:solidFill>
                  <a:srgbClr val="FFFFFF"/>
                </a:solidFill>
                <a:latin typeface="Calibri"/>
              </a:defRPr>
            </a:pPr>
            <a:r>
              <a:t>MediCare Enterprise PRO</a:t>
            </a:r>
          </a:p>
          <a:p>
            <a:pPr algn="l">
              <a:spcAft>
                <a:spcPts val="600"/>
              </a:spcAft>
              <a:defRPr sz="2400" b="0">
                <a:solidFill>
                  <a:srgbClr val="2DD4BF"/>
                </a:solidFill>
                <a:latin typeface="Calibri"/>
              </a:defRPr>
            </a:pPr>
            <a:r>
              <a:t>Plataforma integral de gestión sanitaria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651760"/>
            <a:ext cx="32004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2926080"/>
            <a:ext cx="8686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C8D2E1"/>
                </a:solidFill>
                <a:latin typeface="Calibri"/>
              </a:defRPr>
            </a:pPr>
            <a:r>
              <a:t>  ▸  Historia clínica · Recetas con firma · Visitas GPS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C8D2E1"/>
                </a:solidFill>
                <a:latin typeface="Calibri"/>
              </a:defRPr>
            </a:pPr>
            <a:r>
              <a:t>  ▸  Emergencias · Telemedicina · App paciente · Chatbot IA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C8D2E1"/>
                </a:solidFill>
                <a:latin typeface="Calibri"/>
              </a:defRPr>
            </a:pPr>
            <a:r>
              <a:t>  ▸  RRHH · Caja · Inventario · Facturación · Auditoría legal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303520"/>
            <a:ext cx="7315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5394960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Enzo Girardi  ·  +54 9 358 430 2024  ·  enzogirardi84@gmail.com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Dario Lanfranco  ·  +54 9 358 420 1263  ·  dariolanfrancoruffener@gmail.com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¿Cómo opera hoy su institución?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Calibri"/>
              </a:defRPr>
            </a:pPr>
            <a:r>
              <a:t>Los silos de información cuestan tiempo, dinero y seguridad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20116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1920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Sin trazabilidad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Papel, PDFs sueltos, planillas paralelas.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20116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82880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Sin métricas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Agenda en Excel, sin KPIs ni alertas.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566160" cy="20116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82880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920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Visitas sin GPS, horarios no verificables.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3566160" cy="20116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297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Sin validez 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Recetas a mano, documentación informal.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23360"/>
            <a:ext cx="3566160" cy="20116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420624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297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Sin respaldo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2064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WhatsApp como registro oficial.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023360"/>
            <a:ext cx="3566160" cy="20116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2976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Doble carga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12064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Facturación en sistema aparte, errores.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Una plataforma, todas las áreas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DD4BF"/>
                </a:solidFill>
                <a:latin typeface="Calibri"/>
              </a:defRPr>
            </a:pPr>
            <a:r>
              <a:t>35+ módulos integrados en un mismo entorno web seguro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Dashboard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KPIs, heatmap, mapa GPS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Agenda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Visitas, profesionales, turnos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Historia Clínica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Vitales, evolución, escalas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46304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60020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Recetas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Firma digital, vademécum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4320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Emergencias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Triage, alertas, traslado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274320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88036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Telemedicina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Sala remota, app paciente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4320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Visitas GPS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Fichada geolocalizada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74320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88036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Farmacopea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Interacciones, 50+ fármacos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02336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605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RRHH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Fichajes, presentismo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402336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605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Caja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Cobros, comprobantes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02336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1605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Facturación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Exportación contable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023360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4160520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Auditoría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Trazabilidad legal 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303519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40679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Inventario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Stock, insumos, pedidos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5303519"/>
            <a:ext cx="274320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5440679"/>
            <a:ext cx="23774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DD4BF"/>
                </a:solidFill>
                <a:latin typeface="Calibri"/>
              </a:defRPr>
            </a:pPr>
            <a:r>
              <a:t>Chatbot IA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Asistente clínico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Implementacion en 24-72 hs  ·  Sin instalar software  ·  Acceso por roles  ·  Cifrado HTTPS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Dashboard Ejecutivo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60A5FA"/>
                </a:solidFill>
                <a:latin typeface="Calibri"/>
              </a:defRPr>
            </a:pPr>
            <a:r>
              <a:t>Toda su operación en tiempo real, en una sola pantalla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73152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6675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KPIs en tiempo real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Pacientes activos, visitas del dia, urgencias, ingresos del 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73152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6675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Mapa geográfico de visitas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Ubicacion de cada profesional con fichada GPS y control horario.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73152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6675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Calendario heatmap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30 dias de actividad con picos de demanda y capacidad ociosa.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73152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6675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Graficos evolutivos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Tendencia semanal de metricas clave: visitas, facturacion, stock.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329184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73736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DD4BF"/>
                </a:solidFill>
                <a:latin typeface="Calibri"/>
              </a:defRPr>
            </a:pPr>
            <a:r>
              <a:t>35+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Modulos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834640"/>
            <a:ext cx="329184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92608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DD4BF"/>
                </a:solidFill>
                <a:latin typeface="Calibri"/>
              </a:defRPr>
            </a:pPr>
            <a:r>
              <a:t>24-72h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Implementacion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023360"/>
            <a:ext cx="329184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4114800"/>
            <a:ext cx="2743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2DD4BF"/>
                </a:solidFill>
                <a:latin typeface="Calibri"/>
              </a:defRPr>
            </a:pPr>
            <a:r>
              <a:t>Web+Movil</a:t>
            </a:r>
          </a:p>
          <a:p>
            <a:pPr algn="ctr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Acceso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Visitas con Fichada GPS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BBF24"/>
                </a:solidFill>
                <a:latin typeface="Calibri"/>
              </a:defRPr>
            </a:pPr>
            <a:r>
              <a:t>Control geográfico, horario y documental de cada intervención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73152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  1.  Geolocalización de llegada y salida en cada visita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6858000" cy="73152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  2.  Control horario con alertas de atraso y ausencia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6858000" cy="73152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  3.  Plan de visitas asignado por profesional y zona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59"/>
            <a:ext cx="6858000" cy="73152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43399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  4.  Documentación asociada: evolución, fotos, formularios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6858000" cy="73152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6217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  5.  Reporte mensual de cumplimiento con métricas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45920"/>
            <a:ext cx="347472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8745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DD4BF"/>
                </a:solidFill>
                <a:latin typeface="Calibri"/>
              </a:defRPr>
            </a:pPr>
            <a:r>
              <a:t>  ✓  Sin planillas paralelas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834640"/>
            <a:ext cx="347472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06324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DD4BF"/>
                </a:solidFill>
                <a:latin typeface="Calibri"/>
              </a:defRPr>
            </a:pPr>
            <a:r>
              <a:t>  ✓  Desvios cero no reportados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023360"/>
            <a:ext cx="347472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2519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DD4BF"/>
                </a:solidFill>
                <a:latin typeface="Calibri"/>
              </a:defRPr>
            </a:pPr>
            <a:r>
              <a:t>  ✓  Respaldo ante auditoria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5212080"/>
            <a:ext cx="347472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5440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DD4BF"/>
                </a:solidFill>
                <a:latin typeface="Calibri"/>
              </a:defRPr>
            </a:pPr>
            <a:r>
              <a:t>  ✓  Metrica real de productividad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Seguridad y Cumplimiento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DD4BF"/>
                </a:solidFill>
                <a:latin typeface="Calibri"/>
              </a:defRPr>
            </a:pPr>
            <a:r>
              <a:t>Sus datos protegidos en todo momento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128016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Cifrado HTTPS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Toda comunicación viaja cifrada extremo a extremo.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128016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Acceso por roles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Cada usuario accede solo a su nivel de responsabilidad.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5303520" cy="128016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2FA opcional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Doble factor de autenticación por correo.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303520" cy="128016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Auditoría legal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Trazabilidad completa de cada acción en el sistema.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5303520" cy="128016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Backup automatizado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Respaldo diario con redundancia geográfica.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754880"/>
            <a:ext cx="5303520" cy="128016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93776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Protección XSS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Sanitización de datos y rate limiting contra fuerza bruta.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Beneficios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Implementación rápida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Operativa en 24-72 horas. Sin infraestructura propia.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7276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Acceso móvil total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Funciona en celular y escritorio. Sin instalar nada.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0720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Todo en uno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35+ módulos integrados. Sin sistemas paralelos.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9748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0720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Respaldo legal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PDF, trazabilidad, auditoría lista para presentar.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4164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Menor costo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Elimina planillas, doble carga, errores administrativos.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04164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Inteligencia artificial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Chatbot clínico, alertas, calculadora de dosis.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7608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Capacitación incluida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Videollamada guiada + manual interactivo.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166360"/>
            <a:ext cx="5303520" cy="10972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5276088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8B5CF6"/>
                </a:solidFill>
                <a:latin typeface="Calibri"/>
              </a:defRPr>
            </a:pPr>
            <a:r>
              <a:t>Soporte directo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WhatsApp y email con el equipo de desarrollo.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Planes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FBBF24"/>
                </a:solidFill>
                <a:latin typeface="Calibri"/>
              </a:defRPr>
            </a:pPr>
            <a:r>
              <a:t>Elegí el plan ideal para tu institución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66160" cy="47548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14B8A6"/>
                </a:solidFill>
                <a:latin typeface="Calibri"/>
              </a:defRPr>
            </a:pPr>
            <a:r>
              <a:t>Básico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Hasta 10 profesionales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926080"/>
            <a:ext cx="265176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Dashboard ejecutivo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Agenda de visitas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Historia clínica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Recetas con firma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Visitas GPS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Soporte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7548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3B82F6"/>
                </a:solidFill>
                <a:latin typeface="Calibri"/>
              </a:defRPr>
            </a:pPr>
            <a:r>
              <a:t>Profesional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Hasta 50 profesionales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926080"/>
            <a:ext cx="265176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Todo lo de Básico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Emergencias + triage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Telemedicina + app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RRHH + fichajes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Caja + libro diario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Farmacopea + alertas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Chatbot IA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Soporte prioritario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566160" cy="475488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017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800" b="1">
                <a:solidFill>
                  <a:srgbClr val="8B5CF6"/>
                </a:solidFill>
                <a:latin typeface="Calibri"/>
              </a:defRPr>
            </a:pPr>
            <a:r>
              <a:t>Enterprise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Ilimitado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926080"/>
            <a:ext cx="265176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3108960"/>
            <a:ext cx="301752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Todo lo de Profesional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Facturación electrónica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API integración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Auditoría legal dedicada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Capacitación presencial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C8D2E1"/>
                </a:solidFill>
                <a:latin typeface="Calibri"/>
              </a:defRPr>
            </a:pPr>
            <a:r>
              <a:t>  ▸  Soporte 24/7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¿Cómo funciona?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60A5FA"/>
                </a:solidFill>
                <a:latin typeface="Calibri"/>
              </a:defRPr>
            </a:pPr>
            <a:r>
              <a:t>De la implementación a la operación diaria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78308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Contacto y demo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Agendamos una videollamada para conocer sus necesidades y mostrar la plataforma.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109728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97180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718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Implementación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Cargamos pacientes, profesionales y farmacopea. Configuramos roles y permisos.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9728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16052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605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Capacitación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Capacitación guiada por videollamada para todo el equipo.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972800" cy="1005840"/>
          </a:xfrm>
          <a:prstGeom prst="roundRect">
            <a:avLst/>
          </a:prstGeom>
          <a:solidFill>
            <a:srgbClr val="0E1422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5349240"/>
            <a:ext cx="731520" cy="7315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534924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Operación diaria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El equipo usa la plataforma. Soporte continuo por WhatsApp y email.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1828800"/>
            <a:ext cx="5486400" cy="54864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medicare_p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457200"/>
            <a:ext cx="1371600" cy="13716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358384" y="420624"/>
            <a:ext cx="1444752" cy="144475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¿Listo para dar el siguiente paso?</a:t>
            </a:r>
          </a:p>
          <a:p>
            <a:pPr algn="ctr">
              <a:spcAft>
                <a:spcPts val="600"/>
              </a:spcAft>
              <a:defRPr sz="2200" b="0">
                <a:solidFill>
                  <a:srgbClr val="2DD4BF"/>
                </a:solidFill>
                <a:latin typeface="Calibri"/>
              </a:defRPr>
            </a:pPr>
            <a:r>
              <a:t>Agendemos una demo guiada sin compromiso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291840"/>
            <a:ext cx="274320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3657600"/>
            <a:ext cx="7772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Enzo N. Girardi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Desarrollo técnico y soporte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enzogirardi84@gmail.com     |     +54 9 358 430 2024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Dario Lanfranco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Implementación y contratos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C8D2E1"/>
                </a:solidFill>
                <a:latin typeface="Calibri"/>
              </a:defRPr>
            </a:pPr>
            <a:r>
              <a:t>dariolanfrancoruffener@gmail.com     |     +54 9 358 420 1263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